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91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86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47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61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17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60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83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90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41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170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68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6CE18-7551-4ED7-8032-B46A4A90091B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0DB4DCF-F57B-4D6F-8079-D638021DD89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96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84BFD-788F-4E0F-A603-F964F23EA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Сайт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5F8B22-E9B7-42AB-8933-3A4443020D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Для мемов</a:t>
            </a:r>
          </a:p>
        </p:txBody>
      </p:sp>
    </p:spTree>
    <p:extLst>
      <p:ext uri="{BB962C8B-B14F-4D97-AF65-F5344CB8AC3E}">
        <p14:creationId xmlns:p14="http://schemas.microsoft.com/office/powerpoint/2010/main" val="420822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7E80A-9BE1-4444-96DB-9D663243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сайте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076319-BCD7-4109-B564-E0592A061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Данный проект представляет собой веб-приложение для создания мемов, разработанное на языке Python с использованием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микрофреймворка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Flask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 Основная функциональность сайта заключается в том, что зарегистрированный пользователь может загрузить собственную картинку из своего хранилища, написать текст сверху и снизу, после чего программа накладывает текст поверх изображения с использованием библиотеки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Pillow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а в результате получается готовый мем. Если текст оказывается слишком длинным, он автоматически разбивается на две или более строк, чтобы полностью поместиться на картинке. Пользователь может выбрать цвет шрифта: белый с черной обводкой или пастельный розовый с черной обводкой.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2434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5C572-7781-4AEE-B438-332404AB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42D6E9-4579-48AE-AEFC-A4A90127A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хранения информации о пользователях и созданных мемах используется база данных SQLite3, в которой созданы две таблицы: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users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для хранения логинов и паролей,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memes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для хранения путей к картинкам, текста сверху и снизу, цвета шрифта, даты создания и идентификатора пользователя. Реализована система регистрации и входа с использованием сессий, а также защита страниц от неавторизованного доступа с помощью декоратора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login_required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 Пользователь может не только создавать мемы и просматривать все свои мемы на отдельной странице, но и скачивать их к себе на устройство. Внешний вид сайта выполнен с использованием фреймворка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Bootstrap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5.3, который подключается через CDN, что обеспечивает адаптивный дизайн и стилизацию всех элементов интерфейса.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62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3BD73-1D31-4520-8B5F-9D049999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0968CE-93AC-4907-A57D-8C5CC0889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0" dirty="0">
                <a:solidFill>
                  <a:srgbClr val="0F1115"/>
                </a:solidFill>
                <a:effectLst/>
                <a:latin typeface="quote-cjk-patch"/>
              </a:rPr>
              <a:t>В ходе работы над проектом был создан полноценный веб-сайт для генерации мемов с системой аутентификации пользователей и базой данных. Код написан в едином файле main.py с использованием чистого SQL без ORM, что упрощает понимание логики работы с базой данных для начинающих разработчиков. Для создания мемов используется шрифт Impact, который добавляется в папку </a:t>
            </a:r>
            <a:r>
              <a:rPr lang="ru-RU" b="0" dirty="0" err="1">
                <a:solidFill>
                  <a:srgbClr val="0F1115"/>
                </a:solidFill>
                <a:effectLst/>
                <a:latin typeface="quote-cjk-patch"/>
              </a:rPr>
              <a:t>static</a:t>
            </a:r>
            <a:r>
              <a:rPr lang="ru-RU" b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ru-RU" b="0" dirty="0" err="1">
                <a:solidFill>
                  <a:srgbClr val="0F1115"/>
                </a:solidFill>
                <a:effectLst/>
                <a:latin typeface="quote-cjk-patch"/>
              </a:rPr>
              <a:t>fonts</a:t>
            </a:r>
            <a:r>
              <a:rPr lang="ru-RU" b="0" dirty="0">
                <a:solidFill>
                  <a:srgbClr val="0F1115"/>
                </a:solidFill>
                <a:effectLst/>
                <a:latin typeface="quote-cjk-patch"/>
              </a:rPr>
              <a:t>, а если шрифт отсутствует, система автоматически подхватывает стандартный системный шрифт. Основная проблема, с которой пришлось столкнуться при деплое на бесплатный хостинг </a:t>
            </a:r>
            <a:r>
              <a:rPr lang="ru-RU" b="0" dirty="0" err="1">
                <a:solidFill>
                  <a:srgbClr val="0F1115"/>
                </a:solidFill>
                <a:effectLst/>
                <a:latin typeface="quote-cjk-patch"/>
              </a:rPr>
              <a:t>Render</a:t>
            </a:r>
            <a:r>
              <a:rPr lang="ru-RU" b="0" dirty="0">
                <a:solidFill>
                  <a:srgbClr val="0F1115"/>
                </a:solidFill>
                <a:effectLst/>
                <a:latin typeface="quote-cjk-patch"/>
              </a:rPr>
              <a:t>, заключается в том, что при отсутствии активности сайт засыпает, а база данных </a:t>
            </a:r>
            <a:r>
              <a:rPr lang="ru-RU" b="0" dirty="0" err="1">
                <a:solidFill>
                  <a:srgbClr val="0F1115"/>
                </a:solidFill>
                <a:effectLst/>
                <a:latin typeface="quote-cjk-patch"/>
              </a:rPr>
              <a:t>SQLite</a:t>
            </a:r>
            <a:r>
              <a:rPr lang="ru-RU" b="0" dirty="0">
                <a:solidFill>
                  <a:srgbClr val="0F1115"/>
                </a:solidFill>
                <a:effectLst/>
                <a:latin typeface="quote-cjk-patch"/>
              </a:rPr>
              <a:t> может сбрасываться при перезапуске сервера, что является компромиссом для бесплатного тарифа. Проект демонстрирует навыки веб-разработки на </a:t>
            </a:r>
            <a:r>
              <a:rPr lang="ru-RU" b="0" dirty="0" err="1">
                <a:solidFill>
                  <a:srgbClr val="0F1115"/>
                </a:solidFill>
                <a:effectLst/>
                <a:latin typeface="quote-cjk-patch"/>
              </a:rPr>
              <a:t>Flask</a:t>
            </a:r>
            <a:r>
              <a:rPr lang="ru-RU" b="0" dirty="0">
                <a:solidFill>
                  <a:srgbClr val="0F1115"/>
                </a:solidFill>
                <a:effectLst/>
                <a:latin typeface="quote-cjk-patch"/>
              </a:rPr>
              <a:t>, работы с изображениями, базами данных и аутентификацией пользователей.</a:t>
            </a:r>
          </a:p>
          <a:p>
            <a:br>
              <a:rPr lang="ru-RU" dirty="0">
                <a:solidFill>
                  <a:srgbClr val="81858C"/>
                </a:solidFill>
                <a:effectLst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4108065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Галерея</Template>
  <TotalTime>1</TotalTime>
  <Words>360</Words>
  <Application>Microsoft Office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Gill Sans MT</vt:lpstr>
      <vt:lpstr>quote-cjk-patch</vt:lpstr>
      <vt:lpstr>Галерея</vt:lpstr>
      <vt:lpstr>Сайт</vt:lpstr>
      <vt:lpstr>О сайте</vt:lpstr>
      <vt:lpstr>Моменты</vt:lpstr>
      <vt:lpstr>Итоги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Сайт</dc:title>
  <dc:creator>User</dc:creator>
  <cp:lastModifiedBy>User</cp:lastModifiedBy>
  <cp:revision>1</cp:revision>
  <dcterms:created xsi:type="dcterms:W3CDTF">2026-05-07T14:27:16Z</dcterms:created>
  <dcterms:modified xsi:type="dcterms:W3CDTF">2026-05-07T14:28:34Z</dcterms:modified>
</cp:coreProperties>
</file>